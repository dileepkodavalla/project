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70" r:id="rId11"/>
    <p:sldId id="271" r:id="rId12"/>
    <p:sldId id="275" r:id="rId13"/>
    <p:sldId id="276" r:id="rId14"/>
    <p:sldId id="269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D0067-E411-46C0-85D5-7490E8C22DF8}" v="22" dt="2026-04-20T15:06:00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eep Kumar Kodavalla" userId="ef924179e761ca23" providerId="LiveId" clId="{A18D0AC6-63EE-4032-A846-0DD68F388BE5}"/>
    <pc:docChg chg="undo redo custSel addSld delSld modSld sldOrd">
      <pc:chgData name="Dileep Kumar Kodavalla" userId="ef924179e761ca23" providerId="LiveId" clId="{A18D0AC6-63EE-4032-A846-0DD68F388BE5}" dt="2026-04-20T15:07:58.176" v="619" actId="20577"/>
      <pc:docMkLst>
        <pc:docMk/>
      </pc:docMkLst>
      <pc:sldChg chg="modSp mod">
        <pc:chgData name="Dileep Kumar Kodavalla" userId="ef924179e761ca23" providerId="LiveId" clId="{A18D0AC6-63EE-4032-A846-0DD68F388BE5}" dt="2026-04-20T14:57:30.601" v="461" actId="207"/>
        <pc:sldMkLst>
          <pc:docMk/>
          <pc:sldMk cId="0" sldId="257"/>
        </pc:sldMkLst>
        <pc:spChg chg="mod">
          <ac:chgData name="Dileep Kumar Kodavalla" userId="ef924179e761ca23" providerId="LiveId" clId="{A18D0AC6-63EE-4032-A846-0DD68F388BE5}" dt="2026-04-20T14:57:30.601" v="461" actId="20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Dileep Kumar Kodavalla" userId="ef924179e761ca23" providerId="LiveId" clId="{A18D0AC6-63EE-4032-A846-0DD68F388BE5}" dt="2026-04-20T14:58:50.381" v="476" actId="20577"/>
        <pc:sldMkLst>
          <pc:docMk/>
          <pc:sldMk cId="0" sldId="258"/>
        </pc:sldMkLst>
        <pc:spChg chg="mod">
          <ac:chgData name="Dileep Kumar Kodavalla" userId="ef924179e761ca23" providerId="LiveId" clId="{A18D0AC6-63EE-4032-A846-0DD68F388BE5}" dt="2026-04-20T14:58:50.381" v="476" actId="20577"/>
          <ac:spMkLst>
            <pc:docMk/>
            <pc:sldMk cId="0" sldId="258"/>
            <ac:spMk id="5" creationId="{21EF4858-0779-6FC5-D2E0-4E4B9015F585}"/>
          </ac:spMkLst>
        </pc:spChg>
      </pc:sldChg>
      <pc:sldChg chg="modSp mod">
        <pc:chgData name="Dileep Kumar Kodavalla" userId="ef924179e761ca23" providerId="LiveId" clId="{A18D0AC6-63EE-4032-A846-0DD68F388BE5}" dt="2026-04-20T14:57:41.366" v="462" actId="207"/>
        <pc:sldMkLst>
          <pc:docMk/>
          <pc:sldMk cId="0" sldId="259"/>
        </pc:sldMkLst>
        <pc:spChg chg="mod">
          <ac:chgData name="Dileep Kumar Kodavalla" userId="ef924179e761ca23" providerId="LiveId" clId="{A18D0AC6-63EE-4032-A846-0DD68F388BE5}" dt="2026-04-20T14:57:41.366" v="462" actId="20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ord">
        <pc:chgData name="Dileep Kumar Kodavalla" userId="ef924179e761ca23" providerId="LiveId" clId="{A18D0AC6-63EE-4032-A846-0DD68F388BE5}" dt="2026-04-20T14:59:14.763" v="479" actId="14100"/>
        <pc:sldMkLst>
          <pc:docMk/>
          <pc:sldMk cId="0" sldId="261"/>
        </pc:sldMkLst>
        <pc:picChg chg="add mod">
          <ac:chgData name="Dileep Kumar Kodavalla" userId="ef924179e761ca23" providerId="LiveId" clId="{A18D0AC6-63EE-4032-A846-0DD68F388BE5}" dt="2026-04-20T14:59:14.763" v="479" actId="14100"/>
          <ac:picMkLst>
            <pc:docMk/>
            <pc:sldMk cId="0" sldId="261"/>
            <ac:picMk id="7" creationId="{D3461CF7-C046-1C92-3CA9-ABC4D24019F7}"/>
          </ac:picMkLst>
        </pc:picChg>
        <pc:cxnChg chg="del">
          <ac:chgData name="Dileep Kumar Kodavalla" userId="ef924179e761ca23" providerId="LiveId" clId="{A18D0AC6-63EE-4032-A846-0DD68F388BE5}" dt="2026-04-20T14:59:08.476" v="478" actId="478"/>
          <ac:cxnSpMkLst>
            <pc:docMk/>
            <pc:sldMk cId="0" sldId="261"/>
            <ac:cxnSpMk id="11" creationId="{1363DB2A-9799-958A-8142-02026C5EE7CD}"/>
          </ac:cxnSpMkLst>
        </pc:cxnChg>
      </pc:sldChg>
      <pc:sldChg chg="addSp delSp modSp mod">
        <pc:chgData name="Dileep Kumar Kodavalla" userId="ef924179e761ca23" providerId="LiveId" clId="{A18D0AC6-63EE-4032-A846-0DD68F388BE5}" dt="2026-03-23T07:46:45.988" v="455" actId="1076"/>
        <pc:sldMkLst>
          <pc:docMk/>
          <pc:sldMk cId="0" sldId="262"/>
        </pc:sldMkLst>
        <pc:picChg chg="add mod">
          <ac:chgData name="Dileep Kumar Kodavalla" userId="ef924179e761ca23" providerId="LiveId" clId="{A18D0AC6-63EE-4032-A846-0DD68F388BE5}" dt="2026-03-23T07:46:45.988" v="455" actId="1076"/>
          <ac:picMkLst>
            <pc:docMk/>
            <pc:sldMk cId="0" sldId="262"/>
            <ac:picMk id="9" creationId="{61B9932E-D5C4-6564-CC32-33F299D8A604}"/>
          </ac:picMkLst>
        </pc:picChg>
      </pc:sldChg>
      <pc:sldChg chg="modSp mod">
        <pc:chgData name="Dileep Kumar Kodavalla" userId="ef924179e761ca23" providerId="LiveId" clId="{A18D0AC6-63EE-4032-A846-0DD68F388BE5}" dt="2026-04-20T14:59:46.276" v="492" actId="207"/>
        <pc:sldMkLst>
          <pc:docMk/>
          <pc:sldMk cId="0" sldId="263"/>
        </pc:sldMkLst>
        <pc:spChg chg="mod">
          <ac:chgData name="Dileep Kumar Kodavalla" userId="ef924179e761ca23" providerId="LiveId" clId="{A18D0AC6-63EE-4032-A846-0DD68F388BE5}" dt="2026-04-20T14:59:46.276" v="492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ileep Kumar Kodavalla" userId="ef924179e761ca23" providerId="LiveId" clId="{A18D0AC6-63EE-4032-A846-0DD68F388BE5}" dt="2026-04-20T15:00:05.446" v="496" actId="1076"/>
        <pc:sldMkLst>
          <pc:docMk/>
          <pc:sldMk cId="0" sldId="264"/>
        </pc:sldMkLst>
        <pc:spChg chg="mod">
          <ac:chgData name="Dileep Kumar Kodavalla" userId="ef924179e761ca23" providerId="LiveId" clId="{A18D0AC6-63EE-4032-A846-0DD68F388BE5}" dt="2026-04-20T14:59:55.607" v="493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ileep Kumar Kodavalla" userId="ef924179e761ca23" providerId="LiveId" clId="{A18D0AC6-63EE-4032-A846-0DD68F388BE5}" dt="2026-04-20T15:00:05.446" v="496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Dileep Kumar Kodavalla" userId="ef924179e761ca23" providerId="LiveId" clId="{A18D0AC6-63EE-4032-A846-0DD68F388BE5}" dt="2026-04-20T15:07:16.579" v="611" actId="207"/>
        <pc:sldMkLst>
          <pc:docMk/>
          <pc:sldMk cId="0" sldId="269"/>
        </pc:sldMkLst>
        <pc:spChg chg="mod">
          <ac:chgData name="Dileep Kumar Kodavalla" userId="ef924179e761ca23" providerId="LiveId" clId="{A18D0AC6-63EE-4032-A846-0DD68F388BE5}" dt="2026-04-20T15:07:16.579" v="611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Dileep Kumar Kodavalla" userId="ef924179e761ca23" providerId="LiveId" clId="{A18D0AC6-63EE-4032-A846-0DD68F388BE5}" dt="2026-04-20T15:07:06.256" v="610" actId="12"/>
          <ac:spMkLst>
            <pc:docMk/>
            <pc:sldMk cId="0" sldId="269"/>
            <ac:spMk id="3" creationId="{00000000-0000-0000-0000-000000000000}"/>
          </ac:spMkLst>
        </pc:spChg>
      </pc:sldChg>
      <pc:sldChg chg="delSp modSp mod">
        <pc:chgData name="Dileep Kumar Kodavalla" userId="ef924179e761ca23" providerId="LiveId" clId="{A18D0AC6-63EE-4032-A846-0DD68F388BE5}" dt="2026-04-20T15:07:58.176" v="619" actId="20577"/>
        <pc:sldMkLst>
          <pc:docMk/>
          <pc:sldMk cId="841655330" sldId="270"/>
        </pc:sldMkLst>
        <pc:spChg chg="mod">
          <ac:chgData name="Dileep Kumar Kodavalla" userId="ef924179e761ca23" providerId="LiveId" clId="{A18D0AC6-63EE-4032-A846-0DD68F388BE5}" dt="2026-04-20T15:00:55.507" v="510" actId="20577"/>
          <ac:spMkLst>
            <pc:docMk/>
            <pc:sldMk cId="841655330" sldId="270"/>
            <ac:spMk id="4" creationId="{EA735C3E-3EA7-4595-CC11-7A6A38B75B2E}"/>
          </ac:spMkLst>
        </pc:spChg>
        <pc:spChg chg="del mod">
          <ac:chgData name="Dileep Kumar Kodavalla" userId="ef924179e761ca23" providerId="LiveId" clId="{A18D0AC6-63EE-4032-A846-0DD68F388BE5}" dt="2026-04-20T15:00:18.198" v="500" actId="478"/>
          <ac:spMkLst>
            <pc:docMk/>
            <pc:sldMk cId="841655330" sldId="270"/>
            <ac:spMk id="6" creationId="{A2B96B43-7732-68F7-3EA3-1D1DB3A6D443}"/>
          </ac:spMkLst>
        </pc:spChg>
        <pc:spChg chg="mod">
          <ac:chgData name="Dileep Kumar Kodavalla" userId="ef924179e761ca23" providerId="LiveId" clId="{A18D0AC6-63EE-4032-A846-0DD68F388BE5}" dt="2026-04-20T15:07:58.176" v="619" actId="20577"/>
          <ac:spMkLst>
            <pc:docMk/>
            <pc:sldMk cId="841655330" sldId="270"/>
            <ac:spMk id="12" creationId="{00CF5082-0AEE-71FB-9045-BA33DAB419ED}"/>
          </ac:spMkLst>
        </pc:spChg>
        <pc:spChg chg="del mod">
          <ac:chgData name="Dileep Kumar Kodavalla" userId="ef924179e761ca23" providerId="LiveId" clId="{A18D0AC6-63EE-4032-A846-0DD68F388BE5}" dt="2026-04-20T15:00:15.614" v="498" actId="478"/>
          <ac:spMkLst>
            <pc:docMk/>
            <pc:sldMk cId="841655330" sldId="270"/>
            <ac:spMk id="14" creationId="{E338AC9D-94D3-C59D-FEA3-3F2002D4D9A4}"/>
          </ac:spMkLst>
        </pc:spChg>
      </pc:sldChg>
      <pc:sldChg chg="addSp delSp modSp mod">
        <pc:chgData name="Dileep Kumar Kodavalla" userId="ef924179e761ca23" providerId="LiveId" clId="{A18D0AC6-63EE-4032-A846-0DD68F388BE5}" dt="2026-04-20T15:02:06.109" v="542" actId="1076"/>
        <pc:sldMkLst>
          <pc:docMk/>
          <pc:sldMk cId="524538630" sldId="271"/>
        </pc:sldMkLst>
        <pc:spChg chg="add mod">
          <ac:chgData name="Dileep Kumar Kodavalla" userId="ef924179e761ca23" providerId="LiveId" clId="{A18D0AC6-63EE-4032-A846-0DD68F388BE5}" dt="2026-04-20T15:02:06.109" v="542" actId="1076"/>
          <ac:spMkLst>
            <pc:docMk/>
            <pc:sldMk cId="524538630" sldId="271"/>
            <ac:spMk id="4" creationId="{59352243-94F9-9034-F979-EC872AF8541A}"/>
          </ac:spMkLst>
        </pc:spChg>
        <pc:picChg chg="add mod">
          <ac:chgData name="Dileep Kumar Kodavalla" userId="ef924179e761ca23" providerId="LiveId" clId="{A18D0AC6-63EE-4032-A846-0DD68F388BE5}" dt="2026-04-20T15:01:32.500" v="519" actId="1076"/>
          <ac:picMkLst>
            <pc:docMk/>
            <pc:sldMk cId="524538630" sldId="271"/>
            <ac:picMk id="3" creationId="{4588CE94-3C30-E4E9-75D8-28E8B27C248A}"/>
          </ac:picMkLst>
        </pc:picChg>
      </pc:sldChg>
      <pc:sldChg chg="delSp modSp del mod">
        <pc:chgData name="Dileep Kumar Kodavalla" userId="ef924179e761ca23" providerId="LiveId" clId="{A18D0AC6-63EE-4032-A846-0DD68F388BE5}" dt="2026-04-20T15:01:29.602" v="518" actId="2696"/>
        <pc:sldMkLst>
          <pc:docMk/>
          <pc:sldMk cId="2340020333" sldId="273"/>
        </pc:sldMkLst>
        <pc:spChg chg="del mod">
          <ac:chgData name="Dileep Kumar Kodavalla" userId="ef924179e761ca23" providerId="LiveId" clId="{A18D0AC6-63EE-4032-A846-0DD68F388BE5}" dt="2026-04-20T15:01:20.719" v="517" actId="478"/>
          <ac:spMkLst>
            <pc:docMk/>
            <pc:sldMk cId="2340020333" sldId="273"/>
            <ac:spMk id="2" creationId="{5E3FACC8-5D5B-F2FC-1522-4DEEEE0E1911}"/>
          </ac:spMkLst>
        </pc:spChg>
        <pc:spChg chg="del mod">
          <ac:chgData name="Dileep Kumar Kodavalla" userId="ef924179e761ca23" providerId="LiveId" clId="{A18D0AC6-63EE-4032-A846-0DD68F388BE5}" dt="2026-04-20T15:01:18.125" v="515"/>
          <ac:spMkLst>
            <pc:docMk/>
            <pc:sldMk cId="2340020333" sldId="273"/>
            <ac:spMk id="4" creationId="{A5718F49-AD19-5E21-AF19-925B6211F902}"/>
          </ac:spMkLst>
        </pc:spChg>
      </pc:sldChg>
      <pc:sldChg chg="modSp mod">
        <pc:chgData name="Dileep Kumar Kodavalla" userId="ef924179e761ca23" providerId="LiveId" clId="{A18D0AC6-63EE-4032-A846-0DD68F388BE5}" dt="2026-04-20T15:06:46.205" v="607" actId="2711"/>
        <pc:sldMkLst>
          <pc:docMk/>
          <pc:sldMk cId="2151402513" sldId="274"/>
        </pc:sldMkLst>
        <pc:spChg chg="mod">
          <ac:chgData name="Dileep Kumar Kodavalla" userId="ef924179e761ca23" providerId="LiveId" clId="{A18D0AC6-63EE-4032-A846-0DD68F388BE5}" dt="2026-04-20T15:06:46.205" v="607" actId="2711"/>
          <ac:spMkLst>
            <pc:docMk/>
            <pc:sldMk cId="2151402513" sldId="274"/>
            <ac:spMk id="4" creationId="{7ABDE78A-08AC-0F5B-8B71-0516D44986AF}"/>
          </ac:spMkLst>
        </pc:spChg>
      </pc:sldChg>
      <pc:sldChg chg="addSp modSp new mod">
        <pc:chgData name="Dileep Kumar Kodavalla" userId="ef924179e761ca23" providerId="LiveId" clId="{A18D0AC6-63EE-4032-A846-0DD68F388BE5}" dt="2026-04-20T15:03:30.353" v="561" actId="1076"/>
        <pc:sldMkLst>
          <pc:docMk/>
          <pc:sldMk cId="1115642531" sldId="275"/>
        </pc:sldMkLst>
        <pc:spChg chg="add mod">
          <ac:chgData name="Dileep Kumar Kodavalla" userId="ef924179e761ca23" providerId="LiveId" clId="{A18D0AC6-63EE-4032-A846-0DD68F388BE5}" dt="2026-04-20T15:03:30.353" v="561" actId="1076"/>
          <ac:spMkLst>
            <pc:docMk/>
            <pc:sldMk cId="1115642531" sldId="275"/>
            <ac:spMk id="3" creationId="{6BB77719-A310-A31E-37B7-6B9199E691E4}"/>
          </ac:spMkLst>
        </pc:spChg>
        <pc:picChg chg="add mod">
          <ac:chgData name="Dileep Kumar Kodavalla" userId="ef924179e761ca23" providerId="LiveId" clId="{A18D0AC6-63EE-4032-A846-0DD68F388BE5}" dt="2026-04-20T15:02:47.510" v="550" actId="1076"/>
          <ac:picMkLst>
            <pc:docMk/>
            <pc:sldMk cId="1115642531" sldId="275"/>
            <ac:picMk id="2" creationId="{5C0425CA-F4FF-CE28-6981-6446F39D00E6}"/>
          </ac:picMkLst>
        </pc:picChg>
      </pc:sldChg>
      <pc:sldChg chg="addSp modSp new mod">
        <pc:chgData name="Dileep Kumar Kodavalla" userId="ef924179e761ca23" providerId="LiveId" clId="{A18D0AC6-63EE-4032-A846-0DD68F388BE5}" dt="2026-04-20T15:06:30.371" v="604" actId="14100"/>
        <pc:sldMkLst>
          <pc:docMk/>
          <pc:sldMk cId="3179813528" sldId="276"/>
        </pc:sldMkLst>
        <pc:spChg chg="add mod">
          <ac:chgData name="Dileep Kumar Kodavalla" userId="ef924179e761ca23" providerId="LiveId" clId="{A18D0AC6-63EE-4032-A846-0DD68F388BE5}" dt="2026-04-20T15:05:23.593" v="594" actId="1076"/>
          <ac:spMkLst>
            <pc:docMk/>
            <pc:sldMk cId="3179813528" sldId="276"/>
            <ac:spMk id="6" creationId="{EF8C7D40-16A6-CD22-DAE7-84310CD7A971}"/>
          </ac:spMkLst>
        </pc:spChg>
        <pc:spChg chg="add mod">
          <ac:chgData name="Dileep Kumar Kodavalla" userId="ef924179e761ca23" providerId="LiveId" clId="{A18D0AC6-63EE-4032-A846-0DD68F388BE5}" dt="2026-04-20T15:06:16.921" v="603" actId="14100"/>
          <ac:spMkLst>
            <pc:docMk/>
            <pc:sldMk cId="3179813528" sldId="276"/>
            <ac:spMk id="7" creationId="{D4C602DF-9A54-285A-135D-371EA1020AAB}"/>
          </ac:spMkLst>
        </pc:spChg>
        <pc:picChg chg="add mod">
          <ac:chgData name="Dileep Kumar Kodavalla" userId="ef924179e761ca23" providerId="LiveId" clId="{A18D0AC6-63EE-4032-A846-0DD68F388BE5}" dt="2026-04-20T15:03:59.506" v="573"/>
          <ac:picMkLst>
            <pc:docMk/>
            <pc:sldMk cId="3179813528" sldId="276"/>
            <ac:picMk id="2" creationId="{F2CD2FF8-3E62-188F-766F-77AFF252FA56}"/>
          </ac:picMkLst>
        </pc:picChg>
        <pc:picChg chg="add mod">
          <ac:chgData name="Dileep Kumar Kodavalla" userId="ef924179e761ca23" providerId="LiveId" clId="{A18D0AC6-63EE-4032-A846-0DD68F388BE5}" dt="2026-04-20T15:03:59.506" v="573"/>
          <ac:picMkLst>
            <pc:docMk/>
            <pc:sldMk cId="3179813528" sldId="276"/>
            <ac:picMk id="3" creationId="{DD80C1EB-EE48-E4D4-16B7-5325AD7CF2F6}"/>
          </ac:picMkLst>
        </pc:picChg>
        <pc:picChg chg="add mod">
          <ac:chgData name="Dileep Kumar Kodavalla" userId="ef924179e761ca23" providerId="LiveId" clId="{A18D0AC6-63EE-4032-A846-0DD68F388BE5}" dt="2026-04-20T15:04:29.692" v="582" actId="14100"/>
          <ac:picMkLst>
            <pc:docMk/>
            <pc:sldMk cId="3179813528" sldId="276"/>
            <ac:picMk id="4" creationId="{57257C7A-CC5C-8B2A-4004-1068587B438F}"/>
          </ac:picMkLst>
        </pc:picChg>
        <pc:picChg chg="add mod">
          <ac:chgData name="Dileep Kumar Kodavalla" userId="ef924179e761ca23" providerId="LiveId" clId="{A18D0AC6-63EE-4032-A846-0DD68F388BE5}" dt="2026-04-20T15:06:30.371" v="604" actId="14100"/>
          <ac:picMkLst>
            <pc:docMk/>
            <pc:sldMk cId="3179813528" sldId="276"/>
            <ac:picMk id="5" creationId="{7B880CFE-38CC-1363-56DD-1EAF53E7D3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5555/2500975" TargetMode="External"/><Relationship Id="rId2" Type="http://schemas.openxmlformats.org/officeDocument/2006/relationships/hyperlink" Target="https://www.fresconews.com/protecttangible-asse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reecodecamp.org/news/create-yourown-electronics-with-arduino-full-cours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8302" y="3715"/>
            <a:ext cx="8622880" cy="1103507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SESHADRI RAO GUDLAVALLERU ENGINEERING COLLEGE          </a:t>
            </a:r>
            <a:br>
              <a:rPr lang="en-US" sz="2000" b="1" dirty="0">
                <a:latin typeface="Times New Roman" panose="02020603050405020304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(An Autonomous Institute with Permanent Affiliation to JNTUK)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   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5587" y="5073791"/>
            <a:ext cx="3466332" cy="1086460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Under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Guidance of       </a:t>
            </a:r>
            <a:endParaRPr lang="en-US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Dr.Ch.Balaswamy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M.Tech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,PhD</a:t>
            </a:r>
            <a:endParaRPr lang="en-US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3" descr="A logo of a colleg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702" y="1185602"/>
            <a:ext cx="2095500" cy="2085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7192" y="3267770"/>
            <a:ext cx="64070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>
                <a:latin typeface="Times New Roman" panose="02020603050405020304"/>
                <a:cs typeface="Times New Roman" panose="02020603050405020304"/>
              </a:rPr>
              <a:t>Department of Electronics and Communication Engineering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13435" y="3638171"/>
            <a:ext cx="560330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A SUPERVISED INTRUSION DETECTION SYSTEM FOR SMART HOME IOT DEVICES</a:t>
            </a:r>
            <a:endParaRPr lang="en-US" b="1" dirty="0">
              <a:latin typeface="Times New Roman" panose="02020603050405020304"/>
            </a:endParaRPr>
          </a:p>
          <a:p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                         Batch number :B2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781" y="4979018"/>
            <a:ext cx="4726486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Presented By:</a:t>
            </a:r>
          </a:p>
          <a:p>
            <a:r>
              <a:rPr lang="en-US" dirty="0">
                <a:latin typeface="Times New Roman" panose="02020603050405020304"/>
                <a:ea typeface="+mn-lt"/>
                <a:cs typeface="+mn-lt"/>
              </a:rPr>
              <a:t>K. DEVI DILEEP KUMAR-(23485A0412)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dirty="0">
                <a:latin typeface="Times New Roman" panose="02020603050405020304"/>
                <a:ea typeface="+mn-lt"/>
                <a:cs typeface="+mn-lt"/>
              </a:rPr>
              <a:t>K. HEMA VARSHA-(22481A04A8)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dirty="0">
                <a:latin typeface="Times New Roman" panose="02020603050405020304"/>
                <a:ea typeface="+mn-lt"/>
                <a:cs typeface="+mn-lt"/>
              </a:rPr>
              <a:t>K. PARDHU SREE-(22481A04A5)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dirty="0">
                <a:latin typeface="Times New Roman" panose="02020603050405020304"/>
                <a:ea typeface="+mn-lt"/>
                <a:cs typeface="+mn-lt"/>
              </a:rPr>
              <a:t>L. RAJESH-(22481A04C8)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+mj-lt"/>
                <a:cs typeface="+mj-lt"/>
              </a:rPr>
              <a:t>Contents:</a:t>
            </a:r>
            <a:endParaRPr lang="en-US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867" y="1398589"/>
            <a:ext cx="5903571" cy="32022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ea typeface="+mn-lt"/>
                <a:cs typeface="+mn-lt"/>
              </a:rPr>
              <a:t>Objectives </a:t>
            </a:r>
            <a:endParaRPr lang="en-US" sz="24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ea typeface="+mn-lt"/>
                <a:cs typeface="+mn-lt"/>
              </a:rPr>
              <a:t>Abstract</a:t>
            </a:r>
            <a:endParaRPr lang="en-US" sz="24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ea typeface="+mn-lt"/>
                <a:cs typeface="+mn-lt"/>
              </a:rPr>
              <a:t>Introduction</a:t>
            </a:r>
            <a:endParaRPr lang="en-US" sz="24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Block Diagram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Implementation Diagram/flow of project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Hardware and software Tools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Implementation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Result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73" y="567848"/>
            <a:ext cx="8596668" cy="70493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+mj-lt"/>
                <a:cs typeface="+mj-lt"/>
              </a:rPr>
              <a:t>Objectives:</a:t>
            </a:r>
            <a:endParaRPr lang="en-US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EF4858-0779-6FC5-D2E0-4E4B9015F5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888" y="1905506"/>
            <a:ext cx="115902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IoT-enabled security system using the ESP32 for real-time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dual-layered protection system covering both Intrusion Detection and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Fire/Smoke Safety.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remote notifications via the Blynk IoT platform and visual verification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an integrated Camera Module.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526" y="505217"/>
            <a:ext cx="8596668" cy="80932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Abstract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818" y="1759925"/>
            <a:ext cx="10053804" cy="388077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advanced IoT-based Smart Home Security and Fire Safety System. By integrating an ESP32 with the Blynk platform, it replaces traditional GSM alerts with faster Wi-Fi-based notifications. The system uses dual ultrasonic sensors for intrusion detection and an MQ-series sensor for fire safety. Upon any trigger, a local alarm (Buzzer/LED) activates, and a camera module captures the intruder's image for the owner's verification, providing a comprehensive and economical residential security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389" y="651353"/>
            <a:ext cx="8596668" cy="83019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Introduction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70BE25-C570-1B02-7522-7AE724B36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0152" y="1581775"/>
            <a:ext cx="1121169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Security: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Rising theft and fire hazards necessitate automated, 24/7 home         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Shift to IoT: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Moving from local alarms to cloud-based systems for global accessibility.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multi-sensor approach (Ultrasonic + Smoke) managed by a powerful ESP32 microcontroller.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Verification: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Unlike basic alarms, this system provides photographic evidence of the breach.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Block Diagram :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2326539" y="1148068"/>
            <a:ext cx="8387901" cy="377639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9932E-D5C4-6564-CC32-33F299D8A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22854"/>
            <a:ext cx="7747753" cy="42294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38203"/>
            <a:ext cx="8596668" cy="64230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Flow of Project:</a:t>
            </a:r>
          </a:p>
        </p:txBody>
      </p:sp>
      <p:pic>
        <p:nvPicPr>
          <p:cNvPr id="9" name="Content Placeholder 8" descr="A diagram of a device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9233" y="333876"/>
            <a:ext cx="2749308" cy="3880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461CF7-C046-1C92-3CA9-ABC4D2401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654" y="1196996"/>
            <a:ext cx="8789773" cy="5161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33819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Hardware Tools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553" y="1377713"/>
            <a:ext cx="8210449" cy="4517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 32 Board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(HC-SR04)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MQ-2 Smoke/Gas Sensor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 (Integrated Laptop Camera)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Jumper wires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Breadboard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 &amp; LED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cable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667" y="304123"/>
            <a:ext cx="8596668" cy="64230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Software Tools :</a:t>
            </a:r>
            <a:endParaRPr lang="en-US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230" y="1386401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IDE 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Blynk IoT Cloud &amp; Mobile App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IDLE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A735C3E-3EA7-4595-CC11-7A6A38B75B2E}"/>
              </a:ext>
            </a:extLst>
          </p:cNvPr>
          <p:cNvSpPr/>
          <p:nvPr/>
        </p:nvSpPr>
        <p:spPr>
          <a:xfrm>
            <a:off x="480924" y="117523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4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Hardware Setup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C1CC8-1355-EF0D-F2C9-9757F91D1A19}"/>
              </a:ext>
            </a:extLst>
          </p:cNvPr>
          <p:cNvSpPr txBox="1"/>
          <p:nvPr/>
        </p:nvSpPr>
        <p:spPr>
          <a:xfrm>
            <a:off x="296562" y="337751"/>
            <a:ext cx="7183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00CF5082-0AEE-71FB-9045-BA33DAB41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62" y="1670766"/>
            <a:ext cx="1127148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 Board: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Wi-Fi-enabled central controller that processes sensor data and communicates with the Blynk cloud.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Two sensors placed at entry points to detect movement and measure intruder distance.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MQ-2 Smoke Sensor: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gas sensor used to detect smoke or fire hazards and trigger safety protocols.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 &amp;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Local hardware indicators that provide immediate sound and light alerts during a breach.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integrated laptop camera used to capture and store visual evidence of the intrusion.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Breadboard &amp; Jumper Wires: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physical platform and connectors used to interface all sensors with the ESP32.</a:t>
            </a:r>
          </a:p>
        </p:txBody>
      </p:sp>
    </p:spTree>
    <p:extLst>
      <p:ext uri="{BB962C8B-B14F-4D97-AF65-F5344CB8AC3E}">
        <p14:creationId xmlns:p14="http://schemas.microsoft.com/office/powerpoint/2010/main" val="84165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CA1B-BCF7-2EEB-088A-0EBC77F0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42" y="214184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</p:txBody>
      </p:sp>
      <p:pic>
        <p:nvPicPr>
          <p:cNvPr id="3" name="Image 14">
            <a:extLst>
              <a:ext uri="{FF2B5EF4-FFF2-40B4-BE49-F238E27FC236}">
                <a16:creationId xmlns:a16="http://schemas.microsoft.com/office/drawing/2014/main" id="{4588CE94-3C30-E4E9-75D8-28E8B27C248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4679" y="1235551"/>
            <a:ext cx="6273861" cy="4386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352243-94F9-9034-F979-EC872AF8541A}"/>
              </a:ext>
            </a:extLst>
          </p:cNvPr>
          <p:cNvSpPr txBox="1"/>
          <p:nvPr/>
        </p:nvSpPr>
        <p:spPr>
          <a:xfrm>
            <a:off x="2334679" y="5741773"/>
            <a:ext cx="637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Hardware Setup</a:t>
            </a:r>
          </a:p>
        </p:txBody>
      </p:sp>
    </p:spTree>
    <p:extLst>
      <p:ext uri="{BB962C8B-B14F-4D97-AF65-F5344CB8AC3E}">
        <p14:creationId xmlns:p14="http://schemas.microsoft.com/office/powerpoint/2010/main" val="52453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31">
            <a:extLst>
              <a:ext uri="{FF2B5EF4-FFF2-40B4-BE49-F238E27FC236}">
                <a16:creationId xmlns:a16="http://schemas.microsoft.com/office/drawing/2014/main" id="{5C0425CA-F4FF-CE28-6981-6446F39D00E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1624" y="678883"/>
            <a:ext cx="7198808" cy="48075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B77719-A310-A31E-37B7-6B9199E691E4}"/>
              </a:ext>
            </a:extLst>
          </p:cNvPr>
          <p:cNvSpPr txBox="1"/>
          <p:nvPr/>
        </p:nvSpPr>
        <p:spPr>
          <a:xfrm>
            <a:off x="2628401" y="5651155"/>
            <a:ext cx="5585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Web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42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2">
            <a:extLst>
              <a:ext uri="{FF2B5EF4-FFF2-40B4-BE49-F238E27FC236}">
                <a16:creationId xmlns:a16="http://schemas.microsoft.com/office/drawing/2014/main" id="{57257C7A-CC5C-8B2A-4004-1068587B438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06782" y="780320"/>
            <a:ext cx="2854472" cy="4887312"/>
          </a:xfrm>
          <a:prstGeom prst="rect">
            <a:avLst/>
          </a:prstGeom>
        </p:spPr>
      </p:pic>
      <p:pic>
        <p:nvPicPr>
          <p:cNvPr id="5" name="Image 33">
            <a:extLst>
              <a:ext uri="{FF2B5EF4-FFF2-40B4-BE49-F238E27FC236}">
                <a16:creationId xmlns:a16="http://schemas.microsoft.com/office/drawing/2014/main" id="{7B880CFE-38CC-1363-56DD-1EAF53E7D34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5999" y="780320"/>
            <a:ext cx="2685535" cy="4887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8C7D40-16A6-CD22-DAE7-84310CD7A971}"/>
              </a:ext>
            </a:extLst>
          </p:cNvPr>
          <p:cNvSpPr txBox="1"/>
          <p:nvPr/>
        </p:nvSpPr>
        <p:spPr>
          <a:xfrm>
            <a:off x="1470392" y="5890053"/>
            <a:ext cx="2854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Blynk Notifications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602DF-9A54-285A-135D-371EA1020AAB}"/>
              </a:ext>
            </a:extLst>
          </p:cNvPr>
          <p:cNvSpPr txBox="1"/>
          <p:nvPr/>
        </p:nvSpPr>
        <p:spPr>
          <a:xfrm>
            <a:off x="6095999" y="5890053"/>
            <a:ext cx="2854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Telegram Notifications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13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389" y="359079"/>
            <a:ext cx="8596668" cy="85107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References: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239" y="1210699"/>
            <a:ext cx="9640502" cy="54360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Alsakran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F.,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Bendiab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G.,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Shiaeles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S., Kolokotronis, N. (2020). Intrusion Detection Systems for Smart Home IoT Devices: Experimental Comparison Study, International Symposium on Security in Computing and communication, 1208: 87–98.</a:t>
            </a:r>
          </a:p>
          <a:p>
            <a:pPr algn="just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ANDREWS, A. (2022). How To Protect Your Tangible Assets, available at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https://www.fresconews.com/protecttangible-assets/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accessed on 23rd September, 2023.</a:t>
            </a:r>
          </a:p>
          <a:p>
            <a:pPr algn="just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Doukas, C. (2012). Building Internet of Things with the Arduino, CreateSpace Independent Publishing Platform United State, available at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https://dl.acm.org/doi/10.5555/2500975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accessed on 22nd September, 2023.</a:t>
            </a:r>
          </a:p>
          <a:p>
            <a:pPr algn="just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Carnes, B. (2021). Arduino course for beginners, available at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https://www.freecodecamp.org/news/create-yourown-electronics-with-arduino-full-course/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accessed on 23rd September, 2023.</a:t>
            </a:r>
          </a:p>
          <a:p>
            <a:pPr algn="just"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/>
            <a:endParaRPr lang="en-US"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BDE78A-08AC-0F5B-8B71-0516D44986AF}"/>
              </a:ext>
            </a:extLst>
          </p:cNvPr>
          <p:cNvSpPr txBox="1"/>
          <p:nvPr/>
        </p:nvSpPr>
        <p:spPr>
          <a:xfrm>
            <a:off x="2619632" y="2421925"/>
            <a:ext cx="65161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514025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652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Times New Roman</vt:lpstr>
      <vt:lpstr>Trebuchet MS</vt:lpstr>
      <vt:lpstr>Wingdings</vt:lpstr>
      <vt:lpstr>Wingdings 3</vt:lpstr>
      <vt:lpstr>Facet</vt:lpstr>
      <vt:lpstr>   SESHADRI RAO GUDLAVALLERU ENGINEERING COLLEGE           (An Autonomous Institute with Permanent Affiliation to JNTUK)       </vt:lpstr>
      <vt:lpstr>Contents:</vt:lpstr>
      <vt:lpstr>Objectives:</vt:lpstr>
      <vt:lpstr>Abstract :</vt:lpstr>
      <vt:lpstr> Introduction :</vt:lpstr>
      <vt:lpstr>Block Diagram :</vt:lpstr>
      <vt:lpstr>Flow of Project:</vt:lpstr>
      <vt:lpstr>Hardware Tools :</vt:lpstr>
      <vt:lpstr>Software Tools :</vt:lpstr>
      <vt:lpstr>PowerPoint Presentation</vt:lpstr>
      <vt:lpstr>Result:</vt:lpstr>
      <vt:lpstr>PowerPoint Presentation</vt:lpstr>
      <vt:lpstr>PowerPoint Presentation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Dileep Kumar Kodavalla</cp:lastModifiedBy>
  <cp:revision>1114</cp:revision>
  <dcterms:created xsi:type="dcterms:W3CDTF">2025-09-14T01:58:00Z</dcterms:created>
  <dcterms:modified xsi:type="dcterms:W3CDTF">2026-04-20T15:08:02Z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3B7453C34E944E16A77CAAAA3117D68F_13</vt:lpwstr>
  </property>
  <property fmtid="{D5CDD505-2E9C-101B-9397-08002B2CF9AE}" pid="3" name="KSOProductBuildVer">
    <vt:lpwstr>1033-12.2.0.22549</vt:lpwstr>
  </property>
</Properties>
</file>